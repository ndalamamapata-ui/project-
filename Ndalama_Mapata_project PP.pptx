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4"/>
  </p:sldMasterIdLst>
  <p:sldIdLst>
    <p:sldId id="256" r:id="rId5"/>
    <p:sldId id="257" r:id="rId6"/>
    <p:sldId id="258" r:id="rId7"/>
    <p:sldId id="261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5315CF-6483-402E-A45E-8A5A6FBB867C}" v="339" dt="2026-08-21T07:36:56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2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1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2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9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5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924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5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53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8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7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9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20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00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69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20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43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47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46CE7D5-CF57-46EF-B807-FDD0502418D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and placing stars">
            <a:extLst>
              <a:ext uri="{FF2B5EF4-FFF2-40B4-BE49-F238E27FC236}">
                <a16:creationId xmlns:a16="http://schemas.microsoft.com/office/drawing/2014/main" id="{C28700B4-4AD8-7E95-BB35-3C222BBFC8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>
            <a:normAutofit/>
          </a:bodyPr>
          <a:lstStyle/>
          <a:p>
            <a:r>
              <a:rPr lang="en-ZA" sz="2000" b="1" dirty="0"/>
              <a:t>AI Workplace Productivity Assistant</a:t>
            </a:r>
            <a:br>
              <a:rPr lang="en-ZA" sz="2000" b="1" dirty="0"/>
            </a:br>
            <a:r>
              <a:rPr lang="en-ZA" sz="2000" b="1" dirty="0"/>
              <a:t>Using Artificial Intelligence to Improve Workplace Productivity</a:t>
            </a:r>
            <a:br>
              <a:rPr lang="en-ZA" sz="2000" b="1" dirty="0"/>
            </a:br>
            <a:r>
              <a:rPr lang="en-ZA" sz="2000" b="1" dirty="0"/>
              <a:t>Presented by: Ndalama Mapata</a:t>
            </a:r>
            <a:br>
              <a:rPr lang="en-ZA" sz="2000" b="1" dirty="0"/>
            </a:br>
            <a:endParaRPr lang="en-US" sz="2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ECFF6-1FB3-695E-2B6D-92C7884C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56" y="554516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What Is the AI Workplace?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EB01-2BB9-9EFE-6A1A-AA6F73F63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047" y="2005986"/>
            <a:ext cx="10415108" cy="4416848"/>
          </a:xfrm>
        </p:spPr>
        <p:txBody>
          <a:bodyPr>
            <a:normAutofit fontScale="47500" lnSpcReduction="20000"/>
          </a:bodyPr>
          <a:lstStyle/>
          <a:p>
            <a:r>
              <a:rPr lang="en-US" sz="4000" dirty="0"/>
              <a:t>What is the AI Workplace Productivity Assistant?</a:t>
            </a:r>
          </a:p>
          <a:p>
            <a:r>
              <a:rPr lang="en-US" sz="4000" dirty="0"/>
              <a:t>The AI Workplace Productivity Assistant is a web-based AI platform designed to assist professionals with everyday workplace activities.</a:t>
            </a:r>
          </a:p>
          <a:p>
            <a:r>
              <a:rPr lang="en-US" sz="4000" dirty="0"/>
              <a:t>It combines several AI tools into one platform:</a:t>
            </a:r>
          </a:p>
          <a:p>
            <a:r>
              <a:rPr lang="en-US" sz="4000" dirty="0"/>
              <a:t>📧 Smart Email Generator</a:t>
            </a:r>
          </a:p>
          <a:p>
            <a:r>
              <a:rPr lang="en-US" sz="4000" dirty="0"/>
              <a:t>📝 Meeting Notes Summarizer</a:t>
            </a:r>
          </a:p>
          <a:p>
            <a:r>
              <a:rPr lang="en-US" sz="4000" dirty="0"/>
              <a:t>✅ AI Task Planner</a:t>
            </a:r>
          </a:p>
          <a:p>
            <a:r>
              <a:rPr lang="en-US" sz="4000" dirty="0"/>
              <a:t>🔎 AI Research Assistant</a:t>
            </a:r>
          </a:p>
          <a:p>
            <a:r>
              <a:rPr lang="en-US" sz="4000" dirty="0"/>
              <a:t>💬 AI Workplace Chatbot</a:t>
            </a:r>
          </a:p>
          <a:p>
            <a:r>
              <a:rPr lang="en-US" sz="4000" dirty="0"/>
              <a:t>Discuss:</a:t>
            </a:r>
          </a:p>
          <a:p>
            <a:r>
              <a:rPr lang="en-US" sz="4000" dirty="0"/>
              <a:t>The idea is not to replace employees. The AI acts as a digital workplace assistant that helps employees complete repetitive tasks faster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67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F96F-8254-5799-634C-8928959E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Purpose of AI WORKPLACE ASSISTANT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E2AFD-BEDB-495A-F503-46AE1A57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ZA" dirty="0"/>
              <a:t>The main purpose of creating the </a:t>
            </a:r>
            <a:r>
              <a:rPr lang="en-ZA" b="1" dirty="0"/>
              <a:t>AI Workplace Productivity Assistant website</a:t>
            </a:r>
            <a:r>
              <a:rPr lang="en-ZA" dirty="0"/>
              <a:t> is to develop a </a:t>
            </a:r>
            <a:r>
              <a:rPr lang="en-ZA" b="1" dirty="0"/>
              <a:t>centralised digital workplace assistant that uses Artificial Intelligence to help professionals complete everyday work tasks more efficiently</a:t>
            </a:r>
            <a:r>
              <a:rPr lang="en-ZA" dirty="0"/>
              <a:t>.</a:t>
            </a:r>
          </a:p>
          <a:p>
            <a:pPr algn="just"/>
            <a:r>
              <a:rPr lang="en-ZA" dirty="0"/>
              <a:t>To understand the use of ai in simplifying the work load.</a:t>
            </a:r>
          </a:p>
          <a:p>
            <a:pPr algn="just"/>
            <a:r>
              <a:rPr lang="en-US" dirty="0"/>
              <a:t>To understand reduce repetitive administrative work The AI can assist with tasks such as drafting emails, summarizing meetings, planning tasks, and analyzing information</a:t>
            </a:r>
          </a:p>
          <a:p>
            <a:pPr algn="just"/>
            <a:r>
              <a:rPr lang="en-US" dirty="0"/>
              <a:t>Therefore,</a:t>
            </a:r>
            <a:r>
              <a:rPr lang="en-ZA" dirty="0"/>
              <a:t> The AI Workplace website was created to demonstrate how Artificial Intelligence can be used as a digital workplace assistant to automate repetitive tasks, save time, improve productivity and help professionals focus on higher-value 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1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DEAD-9B27-68DE-2399-1CB3D1F8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367628"/>
            <a:ext cx="9905998" cy="132936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The Problem/</a:t>
            </a:r>
            <a:r>
              <a:rPr lang="en-US" dirty="0" err="1">
                <a:ea typeface="+mj-lt"/>
                <a:cs typeface="+mj-lt"/>
              </a:rPr>
              <a:t>ChallengeS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CC38F-B48A-9869-8A78-9C6CD7A23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2006543"/>
              </p:ext>
            </p:extLst>
          </p:nvPr>
        </p:nvGraphicFramePr>
        <p:xfrm>
          <a:off x="517793" y="961741"/>
          <a:ext cx="10723087" cy="4384713"/>
        </p:xfrm>
        <a:graphic>
          <a:graphicData uri="http://schemas.openxmlformats.org/drawingml/2006/table">
            <a:tbl>
              <a:tblPr/>
              <a:tblGrid>
                <a:gridCol w="5251676">
                  <a:extLst>
                    <a:ext uri="{9D8B030D-6E8A-4147-A177-3AD203B41FA5}">
                      <a16:colId xmlns:a16="http://schemas.microsoft.com/office/drawing/2014/main" val="3895397006"/>
                    </a:ext>
                  </a:extLst>
                </a:gridCol>
                <a:gridCol w="5471411">
                  <a:extLst>
                    <a:ext uri="{9D8B030D-6E8A-4147-A177-3AD203B41FA5}">
                      <a16:colId xmlns:a16="http://schemas.microsoft.com/office/drawing/2014/main" val="210136241"/>
                    </a:ext>
                  </a:extLst>
                </a:gridCol>
              </a:tblGrid>
              <a:tr h="4384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2000" b="1" dirty="0"/>
                        <a:t>Technical challenges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Designing the user interface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Connecting the application to the AI backend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Managing API communication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Making the application responsive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Handling loading and error states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Protecting API credentials </a:t>
                      </a:r>
                    </a:p>
                    <a:p>
                      <a:pPr>
                        <a:buNone/>
                      </a:pPr>
                      <a:endParaRPr lang="en-ZA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2000" b="1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000" b="1" dirty="0"/>
                        <a:t>AI challenges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AI can sometimes generate incorrect information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Poor prompts can produce poor results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AI may misunderstand unclear instructions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AI does not always understand workplace context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/>
                        <a:t>Important information still needs human verification </a:t>
                      </a:r>
                    </a:p>
                    <a:p>
                      <a:pPr>
                        <a:buNone/>
                      </a:pPr>
                      <a:endParaRPr lang="en-ZA" sz="20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94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771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AE77-8FC6-E7A8-B5ED-637E727E0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Resolutions</a:t>
            </a:r>
            <a:r>
              <a:rPr lang="en-US" dirty="0">
                <a:ea typeface="+mj-lt"/>
                <a:cs typeface="+mj-lt"/>
              </a:rPr>
              <a:t> and future enhancement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31AF4-48AA-A98C-8688-6EA3F61BB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ZA"/>
              <a:t>Providing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2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708F1-E00B-C0AB-2F82-DDD9B94F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277B-E325-D837-9A60-1E6E2A540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91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F7CA-F053-E046-77EA-B92A06B33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582E-BD07-7BBE-2531-60EFA989F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63173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2AC0BC1F822498EC732C54B05F917" ma:contentTypeVersion="4" ma:contentTypeDescription="Create a new document." ma:contentTypeScope="" ma:versionID="8508aa875800b7fc83063f299e58643f">
  <xsd:schema xmlns:xsd="http://www.w3.org/2001/XMLSchema" xmlns:xs="http://www.w3.org/2001/XMLSchema" xmlns:p="http://schemas.microsoft.com/office/2006/metadata/properties" xmlns:ns3="3939115f-867f-4f56-b31b-1eb144c2028c" targetNamespace="http://schemas.microsoft.com/office/2006/metadata/properties" ma:root="true" ma:fieldsID="191a771361c64a0d14013c656986ac31" ns3:_="">
    <xsd:import namespace="3939115f-867f-4f56-b31b-1eb144c2028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9115f-867f-4f56-b31b-1eb144c2028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86E416-D9A3-4831-A077-3C6DB70360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66B76D-A65D-48C3-8C19-32B5DDB160AC}">
  <ds:schemaRefs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3939115f-867f-4f56-b31b-1eb144c2028c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8630A08-9BCF-4D8E-8BEE-B0AAE43BFF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9115f-867f-4f56-b31b-1eb144c202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1682</TotalTime>
  <Words>293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AI Workplace Productivity Assistant Using Artificial Intelligence to Improve Workplace Productivity Presented by: Ndalama Mapata </vt:lpstr>
      <vt:lpstr>What Is the AI Workplace?</vt:lpstr>
      <vt:lpstr>Purpose of AI WORKPLACE ASSISTANT</vt:lpstr>
      <vt:lpstr>The Problem/ChallengeS</vt:lpstr>
      <vt:lpstr>Resolutions and future enhancement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Ndalama Mapata</cp:lastModifiedBy>
  <cp:revision>44</cp:revision>
  <dcterms:created xsi:type="dcterms:W3CDTF">2026-08-19T11:15:55Z</dcterms:created>
  <dcterms:modified xsi:type="dcterms:W3CDTF">2026-08-21T07:36:56Z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0x0101002D62AC0BC1F822498EC732C54B05F917</vt:lpwstr>
  </property>
</Properties>
</file>